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Mon 15-December-2025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082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Mon 15-December-2025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6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Mon 15-December-2025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5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Mon 15-December-2025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88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Mon 15-December-2025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3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Mon 15-December-2025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561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Mon 15-December-2025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004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Mon 15-December-2025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070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Mon 15-December-2025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50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Mon 15-December-2025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73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Mon 15-December-2025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278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Mon 15-December-2025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90472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Mon 15-December-2025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847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Mon 15-December-2025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757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Mon 15-December-2025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9535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Mon 15-December-2025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78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D235-EE41-40B2-BCCD-84B9C1506047}" type="datetimeFigureOut">
              <a:rPr lang="en-US" smtClean="0"/>
              <a:t>Mon 15-December-2025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16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0EED235-EE41-40B2-BCCD-84B9C1506047}" type="datetimeFigureOut">
              <a:rPr lang="en-US" smtClean="0"/>
              <a:t>Mon 15-December-2025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9265321-591C-4FF3-94AA-346E7B677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3613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Code output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KAWEESI CHRISTOPHER 2023-B071-30759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41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 A DATASET AND TRANSACTION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1460" y="685800"/>
            <a:ext cx="5259906" cy="361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03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  B APRIORI ALOGORITHM= FREQUENT ITEMSETS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1300" y="685800"/>
            <a:ext cx="4260226" cy="361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912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ASSOCIATION RULES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2464" y="685800"/>
            <a:ext cx="6477897" cy="361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915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PART C: INTERPRETATION: </a:t>
            </a:r>
            <a:r>
              <a:rPr lang="en-US" b="1" dirty="0" smtClean="0"/>
              <a:t>Strongest Association Rules Based on Lift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AutoNum type="arabicPeriod"/>
            </a:pPr>
            <a:r>
              <a:rPr lang="en-US" b="1" dirty="0" smtClean="0"/>
              <a:t>Diapers </a:t>
            </a:r>
            <a:r>
              <a:rPr lang="en-US" b="1" dirty="0"/>
              <a:t>→ Beer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This rule shows that customers who buy diapers are much more likely to also buy beer during the same shopping trip. The high lift value indicates a strong relationship between these two products, meaning their co-occurrence is not random</a:t>
            </a:r>
            <a:r>
              <a:rPr lang="en-US" dirty="0" smtClean="0"/>
              <a:t>.</a:t>
            </a:r>
          </a:p>
          <a:p>
            <a:pPr marL="457200" indent="-457200">
              <a:buAutoNum type="arabicPeriod"/>
            </a:pPr>
            <a:r>
              <a:rPr lang="en-US" b="1" dirty="0"/>
              <a:t>Bread &amp; Milk → Butter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rule indicates that when customers purchase bread and milk together, they are very likely to include butter in their basket. This reflects complementary purchasing </a:t>
            </a:r>
            <a:r>
              <a:rPr lang="en-US" dirty="0" err="1"/>
              <a:t>behaviour</a:t>
            </a:r>
            <a:r>
              <a:rPr lang="en-US" dirty="0"/>
              <a:t> for common household or breakfast items</a:t>
            </a:r>
            <a:r>
              <a:rPr lang="en-US" dirty="0" smtClean="0"/>
              <a:t>.</a:t>
            </a:r>
          </a:p>
          <a:p>
            <a:pPr marL="457200" indent="-457200">
              <a:buAutoNum type="arabicPeriod"/>
            </a:pPr>
            <a:r>
              <a:rPr lang="en-US" b="1" dirty="0"/>
              <a:t>Eggs → Milk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This rule suggests that customers who buy eggs often also buy milk. The strong association implies that these items are staple goods frequently purchased together.</a:t>
            </a:r>
          </a:p>
        </p:txBody>
      </p:sp>
    </p:spTree>
    <p:extLst>
      <p:ext uri="{BB962C8B-B14F-4D97-AF65-F5344CB8AC3E}">
        <p14:creationId xmlns:p14="http://schemas.microsoft.com/office/powerpoint/2010/main" val="676628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Improve Store Layout and Cross-Merchandising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Items with strong associations, such as diapers and beer, should be placed closer together or highlighted in joint promotions to increase cross-selling and impulse purchases.</a:t>
            </a:r>
          </a:p>
          <a:p>
            <a:r>
              <a:rPr lang="en-US" b="1" dirty="0"/>
              <a:t>Introduce Bundle Offers and Discounts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supermarket can create bundled promotions for frequently co-purchased items such as bread, milk, and butter. This strategy can increase sales volume while enhancing customer convenience.</a:t>
            </a:r>
          </a:p>
        </p:txBody>
      </p:sp>
    </p:spTree>
    <p:extLst>
      <p:ext uri="{BB962C8B-B14F-4D97-AF65-F5344CB8AC3E}">
        <p14:creationId xmlns:p14="http://schemas.microsoft.com/office/powerpoint/2010/main" val="215932269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40</TotalTime>
  <Words>40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Slice</vt:lpstr>
      <vt:lpstr>Code output</vt:lpstr>
      <vt:lpstr>PART A DATASET AND TRANSACTION</vt:lpstr>
      <vt:lpstr>PART  B APRIORI ALOGORITHM= FREQUENT ITEMSETS</vt:lpstr>
      <vt:lpstr>ASSOCIATION RULES</vt:lpstr>
      <vt:lpstr>PART C: INTERPRETATION: Strongest Association Rules Based on Lift </vt:lpstr>
      <vt:lpstr>Business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output</dc:title>
  <dc:creator>M</dc:creator>
  <cp:lastModifiedBy>M</cp:lastModifiedBy>
  <cp:revision>6</cp:revision>
  <dcterms:created xsi:type="dcterms:W3CDTF">2025-12-14T12:12:38Z</dcterms:created>
  <dcterms:modified xsi:type="dcterms:W3CDTF">2025-12-15T07:44:20Z</dcterms:modified>
</cp:coreProperties>
</file>